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E270866-DE90-4874-BB68-A2C48823B650}" v="1" dt="2025-11-09T17:27:34.64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adShot JSS" userId="f21b811dd4a8c861" providerId="LiveId" clId="{B7136AFD-5FE8-4D6D-8255-03B591EF0535}"/>
    <pc:docChg chg="custSel modSld">
      <pc:chgData name="DeadShot JSS" userId="f21b811dd4a8c861" providerId="LiveId" clId="{B7136AFD-5FE8-4D6D-8255-03B591EF0535}" dt="2025-11-09T17:27:53.382" v="23" actId="478"/>
      <pc:docMkLst>
        <pc:docMk/>
      </pc:docMkLst>
      <pc:sldChg chg="modSp mod">
        <pc:chgData name="DeadShot JSS" userId="f21b811dd4a8c861" providerId="LiveId" clId="{B7136AFD-5FE8-4D6D-8255-03B591EF0535}" dt="2025-11-09T17:16:58.789" v="3" actId="1035"/>
        <pc:sldMkLst>
          <pc:docMk/>
          <pc:sldMk cId="0" sldId="258"/>
        </pc:sldMkLst>
        <pc:picChg chg="mod">
          <ac:chgData name="DeadShot JSS" userId="f21b811dd4a8c861" providerId="LiveId" clId="{B7136AFD-5FE8-4D6D-8255-03B591EF0535}" dt="2025-11-09T17:16:58.789" v="3" actId="1035"/>
          <ac:picMkLst>
            <pc:docMk/>
            <pc:sldMk cId="0" sldId="258"/>
            <ac:picMk id="4" creationId="{00000000-0000-0000-0000-000000000000}"/>
          </ac:picMkLst>
        </pc:picChg>
      </pc:sldChg>
      <pc:sldChg chg="modSp mod">
        <pc:chgData name="DeadShot JSS" userId="f21b811dd4a8c861" providerId="LiveId" clId="{B7136AFD-5FE8-4D6D-8255-03B591EF0535}" dt="2025-11-09T17:17:11.825" v="8" actId="1036"/>
        <pc:sldMkLst>
          <pc:docMk/>
          <pc:sldMk cId="0" sldId="259"/>
        </pc:sldMkLst>
        <pc:spChg chg="mod">
          <ac:chgData name="DeadShot JSS" userId="f21b811dd4a8c861" providerId="LiveId" clId="{B7136AFD-5FE8-4D6D-8255-03B591EF0535}" dt="2025-11-09T17:17:11.825" v="8" actId="1036"/>
          <ac:spMkLst>
            <pc:docMk/>
            <pc:sldMk cId="0" sldId="259"/>
            <ac:spMk id="2" creationId="{00000000-0000-0000-0000-000000000000}"/>
          </ac:spMkLst>
        </pc:spChg>
        <pc:picChg chg="mod">
          <ac:chgData name="DeadShot JSS" userId="f21b811dd4a8c861" providerId="LiveId" clId="{B7136AFD-5FE8-4D6D-8255-03B591EF0535}" dt="2025-11-09T17:17:09.688" v="7" actId="1036"/>
          <ac:picMkLst>
            <pc:docMk/>
            <pc:sldMk cId="0" sldId="259"/>
            <ac:picMk id="4" creationId="{00000000-0000-0000-0000-000000000000}"/>
          </ac:picMkLst>
        </pc:picChg>
      </pc:sldChg>
      <pc:sldChg chg="delSp modSp mod">
        <pc:chgData name="DeadShot JSS" userId="f21b811dd4a8c861" providerId="LiveId" clId="{B7136AFD-5FE8-4D6D-8255-03B591EF0535}" dt="2025-11-09T17:27:34.702" v="21" actId="27636"/>
        <pc:sldMkLst>
          <pc:docMk/>
          <pc:sldMk cId="0" sldId="260"/>
        </pc:sldMkLst>
        <pc:spChg chg="mod">
          <ac:chgData name="DeadShot JSS" userId="f21b811dd4a8c861" providerId="LiveId" clId="{B7136AFD-5FE8-4D6D-8255-03B591EF0535}" dt="2025-11-09T17:27:34.702" v="21" actId="27636"/>
          <ac:spMkLst>
            <pc:docMk/>
            <pc:sldMk cId="0" sldId="260"/>
            <ac:spMk id="3" creationId="{00000000-0000-0000-0000-000000000000}"/>
          </ac:spMkLst>
        </pc:spChg>
        <pc:picChg chg="del mod">
          <ac:chgData name="DeadShot JSS" userId="f21b811dd4a8c861" providerId="LiveId" clId="{B7136AFD-5FE8-4D6D-8255-03B591EF0535}" dt="2025-11-09T17:27:09.219" v="19" actId="478"/>
          <ac:picMkLst>
            <pc:docMk/>
            <pc:sldMk cId="0" sldId="260"/>
            <ac:picMk id="4" creationId="{00000000-0000-0000-0000-000000000000}"/>
          </ac:picMkLst>
        </pc:picChg>
      </pc:sldChg>
      <pc:sldChg chg="modSp mod">
        <pc:chgData name="DeadShot JSS" userId="f21b811dd4a8c861" providerId="LiveId" clId="{B7136AFD-5FE8-4D6D-8255-03B591EF0535}" dt="2025-11-09T17:27:34.733" v="22" actId="27636"/>
        <pc:sldMkLst>
          <pc:docMk/>
          <pc:sldMk cId="0" sldId="261"/>
        </pc:sldMkLst>
        <pc:spChg chg="mod">
          <ac:chgData name="DeadShot JSS" userId="f21b811dd4a8c861" providerId="LiveId" clId="{B7136AFD-5FE8-4D6D-8255-03B591EF0535}" dt="2025-11-09T17:27:34.733" v="22" actId="27636"/>
          <ac:spMkLst>
            <pc:docMk/>
            <pc:sldMk cId="0" sldId="261"/>
            <ac:spMk id="2" creationId="{00000000-0000-0000-0000-000000000000}"/>
          </ac:spMkLst>
        </pc:spChg>
        <pc:picChg chg="mod">
          <ac:chgData name="DeadShot JSS" userId="f21b811dd4a8c861" providerId="LiveId" clId="{B7136AFD-5FE8-4D6D-8255-03B591EF0535}" dt="2025-11-09T17:17:25.308" v="13" actId="1036"/>
          <ac:picMkLst>
            <pc:docMk/>
            <pc:sldMk cId="0" sldId="261"/>
            <ac:picMk id="4" creationId="{00000000-0000-0000-0000-000000000000}"/>
          </ac:picMkLst>
        </pc:picChg>
      </pc:sldChg>
      <pc:sldChg chg="modSp mod">
        <pc:chgData name="DeadShot JSS" userId="f21b811dd4a8c861" providerId="LiveId" clId="{B7136AFD-5FE8-4D6D-8255-03B591EF0535}" dt="2025-11-09T17:17:36.805" v="15" actId="1036"/>
        <pc:sldMkLst>
          <pc:docMk/>
          <pc:sldMk cId="0" sldId="262"/>
        </pc:sldMkLst>
        <pc:picChg chg="mod">
          <ac:chgData name="DeadShot JSS" userId="f21b811dd4a8c861" providerId="LiveId" clId="{B7136AFD-5FE8-4D6D-8255-03B591EF0535}" dt="2025-11-09T17:17:36.805" v="15" actId="1036"/>
          <ac:picMkLst>
            <pc:docMk/>
            <pc:sldMk cId="0" sldId="262"/>
            <ac:picMk id="4" creationId="{00000000-0000-0000-0000-000000000000}"/>
          </ac:picMkLst>
        </pc:picChg>
      </pc:sldChg>
      <pc:sldChg chg="delSp modSp mod">
        <pc:chgData name="DeadShot JSS" userId="f21b811dd4a8c861" providerId="LiveId" clId="{B7136AFD-5FE8-4D6D-8255-03B591EF0535}" dt="2025-11-09T17:27:53.382" v="23" actId="478"/>
        <pc:sldMkLst>
          <pc:docMk/>
          <pc:sldMk cId="0" sldId="263"/>
        </pc:sldMkLst>
        <pc:picChg chg="del mod">
          <ac:chgData name="DeadShot JSS" userId="f21b811dd4a8c861" providerId="LiveId" clId="{B7136AFD-5FE8-4D6D-8255-03B591EF0535}" dt="2025-11-09T17:27:53.382" v="23" actId="478"/>
          <ac:picMkLst>
            <pc:docMk/>
            <pc:sldMk cId="0" sldId="263"/>
            <ac:picMk id="4" creationId="{00000000-0000-0000-0000-00000000000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Chessy — RandomForest Chess Engine with GUI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Lightweight chess engine + Tkinter GUI | Team: [Your Name] (Maker) | Guide: [Advisor Name]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621792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t>Demo + Source: c:\\Users\\91738\\OneDrive\\Desktop\\coding\\Chessy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 &amp;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Problem: Casual players lack an interpretable, fast local engine</a:t>
            </a:r>
          </a:p>
          <a:p>
            <a:pPr>
              <a:defRPr sz="1800"/>
            </a:pPr>
            <a:r>
              <a:t>Objective: RF-based move prediction + minimax with custom eval</a:t>
            </a:r>
          </a:p>
          <a:p>
            <a:pPr>
              <a:defRPr sz="1800"/>
            </a:pPr>
            <a:r>
              <a:t>Constraint: Runs locally, minimal deps, responsive GUI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Source: PGN historical games (data/sample.pgn)</a:t>
            </a:r>
          </a:p>
          <a:p>
            <a:pPr>
              <a:defRPr sz="1800"/>
            </a:pPr>
            <a:r>
              <a:t>Granularity: positions -&gt; moves (UCI strings)</a:t>
            </a:r>
          </a:p>
          <a:p>
            <a:pPr>
              <a:defRPr sz="1800"/>
            </a:pPr>
            <a:r>
              <a:t>Features: board encoding + engineered features</a:t>
            </a:r>
          </a:p>
          <a:p>
            <a:pPr>
              <a:defRPr sz="1800"/>
            </a:pPr>
            <a:r>
              <a:t>Target: next move index (data/vocab.json)</a:t>
            </a:r>
          </a:p>
        </p:txBody>
      </p:sp>
      <p:pic>
        <p:nvPicPr>
          <p:cNvPr id="4" name="Picture 3" descr="top_moves_h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3593690"/>
            <a:ext cx="64008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84470"/>
            <a:ext cx="8229600" cy="1143000"/>
          </a:xfrm>
        </p:spPr>
        <p:txBody>
          <a:bodyPr/>
          <a:lstStyle/>
          <a:p>
            <a:r>
              <a:t>Data Cleaning &amp; EDA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Parse PGN -&gt; positions; build vocab (vocab.py)</a:t>
            </a:r>
          </a:p>
          <a:p>
            <a:pPr>
              <a:defRPr sz="1800"/>
            </a:pPr>
            <a:r>
              <a:t>Encode board; compute features (train.extract_features)</a:t>
            </a:r>
          </a:p>
          <a:p>
            <a:pPr>
              <a:defRPr sz="1800"/>
            </a:pPr>
            <a:r>
              <a:t>Saved dataset as NPZ (preprocess.py)</a:t>
            </a:r>
          </a:p>
        </p:txBody>
      </p:sp>
      <p:pic>
        <p:nvPicPr>
          <p:cNvPr id="4" name="Picture 3" descr="piece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6492" y="2896583"/>
            <a:ext cx="3543546" cy="354354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Selection &amp; Justification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/>
              <a:t>Key numbers (short bullet set):</a:t>
            </a:r>
          </a:p>
          <a:p>
            <a:pPr lvl="1"/>
            <a:r>
              <a:rPr lang="en-US" dirty="0"/>
              <a:t>Training positions saved: 100,000</a:t>
            </a:r>
          </a:p>
          <a:p>
            <a:pPr lvl="1"/>
            <a:r>
              <a:rPr lang="en-US" dirty="0"/>
              <a:t>Eval sample used: 2,000 (sampled)</a:t>
            </a:r>
          </a:p>
          <a:p>
            <a:pPr lvl="1"/>
            <a:r>
              <a:rPr lang="en-US" dirty="0"/>
              <a:t>Distinct move classes observed in eval: 810</a:t>
            </a:r>
          </a:p>
          <a:p>
            <a:pPr lvl="1"/>
            <a:r>
              <a:rPr lang="en-US" dirty="0"/>
              <a:t>Inference speed (CPU): ~0.184 </a:t>
            </a:r>
            <a:r>
              <a:rPr lang="en-US" dirty="0" err="1"/>
              <a:t>ms</a:t>
            </a:r>
            <a:r>
              <a:rPr lang="en-US" dirty="0"/>
              <a:t> per sample (≈0.37 s for 2k samples) — excellent for responsive GUI</a:t>
            </a:r>
          </a:p>
          <a:p>
            <a:pPr lvl="1"/>
            <a:r>
              <a:rPr lang="en-US" dirty="0"/>
              <a:t>Raw top-1 accuracy (all classes): 0.1% — reflects large multi-class space and heavy-tail distribution</a:t>
            </a:r>
          </a:p>
          <a:p>
            <a:pPr lvl="1"/>
            <a:r>
              <a:rPr lang="en-US" dirty="0"/>
              <a:t>Raw top-3 accuracy: 0.2%; raw top-5: 0.25%</a:t>
            </a:r>
          </a:p>
          <a:p>
            <a:pPr lvl="1"/>
            <a:r>
              <a:rPr lang="en-US" dirty="0"/>
              <a:t>Observation: top-k over legal moves (legal-aware metric) recommended — this will be our next evaluation step</a:t>
            </a:r>
          </a:p>
          <a:p>
            <a:r>
              <a:rPr lang="en-US" dirty="0"/>
              <a:t>Short justification paragraph (for speaker notes)</a:t>
            </a:r>
          </a:p>
          <a:p>
            <a:pPr lvl="1"/>
            <a:r>
              <a:rPr lang="en-US" dirty="0"/>
              <a:t>"We chose Random Forest for the initial engine prior because it is CPU-friendly, fast at inference, easy to interpret (feature importances and tree inspection), and quick to train with scikit-learn. This makes it ideal for a local demo where we want to combine a lightweight ML prior with a deterministic minimax search. While the RF baseline has low raw top-k accuracy across the full UCI move space, this is expected given the extremely large, imbalanced label set; we plan to improve effective gameplay by masking to legal moves and adopting a hierarchical or candidate-scoring approach."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Hyperparameter Tuning &amp;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Tuning: manual/grid-like (max_depth, min_samples_leaf, n_estimators)</a:t>
            </a:r>
          </a:p>
          <a:p>
            <a:pPr>
              <a:defRPr sz="1800"/>
            </a:pPr>
            <a:r>
              <a:t>Example: max_depth=12, min_samples_leaf=10, n_estimators=30</a:t>
            </a:r>
          </a:p>
          <a:p>
            <a:pPr>
              <a:defRPr sz="1800"/>
            </a:pPr>
            <a:r>
              <a:t>Report: test accuracy / qualitative gameplay</a:t>
            </a:r>
          </a:p>
        </p:txBody>
      </p:sp>
      <p:pic>
        <p:nvPicPr>
          <p:cNvPr id="4" name="Picture 3" descr="flow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24" y="4223937"/>
            <a:ext cx="8731047" cy="218276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Deployment &amp;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Local desktop app: Python + Tkinter GUI</a:t>
            </a:r>
          </a:p>
          <a:p>
            <a:pPr>
              <a:defRPr sz="1800"/>
            </a:pPr>
            <a:r>
              <a:t>Core files: vocab.py, preprocess.py, train.py, play.py, chess_gui.py</a:t>
            </a:r>
          </a:p>
        </p:txBody>
      </p:sp>
      <p:pic>
        <p:nvPicPr>
          <p:cNvPr id="4" name="Picture 3" descr="architecture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475" y="3896032"/>
            <a:ext cx="54864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GUI Demo / Screenshot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Drag &amp; drop moves; text-entry; SAN move history</a:t>
            </a:r>
          </a:p>
          <a:p>
            <a:pPr>
              <a:defRPr sz="1800"/>
            </a:pPr>
            <a:r>
              <a:t>Bot thinking indicator and status bar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&amp; Performance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1800"/>
            </a:pPr>
            <a:r>
              <a:rPr dirty="0"/>
              <a:t>Training time, test accuracy (~X%)</a:t>
            </a:r>
          </a:p>
          <a:p>
            <a:pPr>
              <a:defRPr sz="1800"/>
            </a:pPr>
            <a:r>
              <a:rPr dirty="0"/>
              <a:t>Average bot move time by phase (e.g., depth=3 -&gt; ~1-3s)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 &amp;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Achievements: local engine + GUI</a:t>
            </a:r>
          </a:p>
          <a:p>
            <a:pPr>
              <a:defRPr sz="1800"/>
            </a:pPr>
            <a:r>
              <a:t>Future: PGN export, time controls, stronger eval, headless tests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537</Words>
  <Application>Microsoft Office PowerPoint</Application>
  <PresentationFormat>On-screen Show (4:3)</PresentationFormat>
  <Paragraphs>51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Chessy — RandomForest Chess Engine with GUI</vt:lpstr>
      <vt:lpstr>Problem Statement &amp; Objective</vt:lpstr>
      <vt:lpstr>Dataset Description</vt:lpstr>
      <vt:lpstr>Data Cleaning &amp; EDA</vt:lpstr>
      <vt:lpstr>Model Selection &amp; Justification</vt:lpstr>
      <vt:lpstr>Hyperparameter Tuning &amp; Evaluation</vt:lpstr>
      <vt:lpstr>Deployment &amp; Architecture</vt:lpstr>
      <vt:lpstr>GUI Demo / Screenshot</vt:lpstr>
      <vt:lpstr>Results &amp; Performance Metrics</vt:lpstr>
      <vt:lpstr>Conclusion &amp; Future Scope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DeadShot JSS</cp:lastModifiedBy>
  <cp:revision>1</cp:revision>
  <dcterms:created xsi:type="dcterms:W3CDTF">2013-01-27T09:14:16Z</dcterms:created>
  <dcterms:modified xsi:type="dcterms:W3CDTF">2025-11-09T17:28:03Z</dcterms:modified>
  <cp:category/>
</cp:coreProperties>
</file>